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3" r:id="rId4"/>
    <p:sldId id="258" r:id="rId5"/>
    <p:sldId id="260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11DEB-ACB2-4E90-A92F-CB022BD56D63}" v="16" dt="2026-05-01T20:32:28.2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90" d="100"/>
          <a:sy n="90" d="100"/>
        </p:scale>
        <p:origin x="350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Wright" userId="dc48fa0297825777" providerId="LiveId" clId="{2227FE11-F3AC-4001-8788-2F33E0BC31A1}"/>
    <pc:docChg chg="undo redo custSel addSld delSld modSld">
      <pc:chgData name="Andrew Wright" userId="dc48fa0297825777" providerId="LiveId" clId="{2227FE11-F3AC-4001-8788-2F33E0BC31A1}" dt="2026-04-19T02:07:00.202" v="206" actId="1076"/>
      <pc:docMkLst>
        <pc:docMk/>
      </pc:docMkLst>
      <pc:sldChg chg="modSp mod">
        <pc:chgData name="Andrew Wright" userId="dc48fa0297825777" providerId="LiveId" clId="{2227FE11-F3AC-4001-8788-2F33E0BC31A1}" dt="2026-04-19T02:07:00.202" v="206" actId="1076"/>
        <pc:sldMkLst>
          <pc:docMk/>
          <pc:sldMk cId="2147312849" sldId="258"/>
        </pc:sldMkLst>
        <pc:spChg chg="mod">
          <ac:chgData name="Andrew Wright" userId="dc48fa0297825777" providerId="LiveId" clId="{2227FE11-F3AC-4001-8788-2F33E0BC31A1}" dt="2026-04-19T02:07:00.202" v="206" actId="1076"/>
          <ac:spMkLst>
            <pc:docMk/>
            <pc:sldMk cId="2147312849" sldId="258"/>
            <ac:spMk id="4" creationId="{5DC230C8-610E-A80C-BC2B-8DBEAE3D3A22}"/>
          </ac:spMkLst>
        </pc:spChg>
      </pc:sldChg>
      <pc:sldChg chg="addSp delSp modSp new mod setBg setClrOvrMap">
        <pc:chgData name="Andrew Wright" userId="dc48fa0297825777" providerId="LiveId" clId="{2227FE11-F3AC-4001-8788-2F33E0BC31A1}" dt="2026-04-18T22:21:07.971" v="142" actId="20577"/>
        <pc:sldMkLst>
          <pc:docMk/>
          <pc:sldMk cId="508112872" sldId="261"/>
        </pc:sldMkLst>
        <pc:spChg chg="mod">
          <ac:chgData name="Andrew Wright" userId="dc48fa0297825777" providerId="LiveId" clId="{2227FE11-F3AC-4001-8788-2F33E0BC31A1}" dt="2026-04-18T22:21:07.971" v="142" actId="20577"/>
          <ac:spMkLst>
            <pc:docMk/>
            <pc:sldMk cId="508112872" sldId="261"/>
            <ac:spMk id="2" creationId="{143D4A70-D3B8-4E47-5CC1-E56CE8515E11}"/>
          </ac:spMkLst>
        </pc:spChg>
        <pc:spChg chg="add">
          <ac:chgData name="Andrew Wright" userId="dc48fa0297825777" providerId="LiveId" clId="{2227FE11-F3AC-4001-8788-2F33E0BC31A1}" dt="2026-04-18T22:14:14.699" v="121" actId="26606"/>
          <ac:spMkLst>
            <pc:docMk/>
            <pc:sldMk cId="508112872" sldId="261"/>
            <ac:spMk id="74" creationId="{47AEA421-5F29-4BA7-9360-2501B5987921}"/>
          </ac:spMkLst>
        </pc:spChg>
        <pc:spChg chg="add">
          <ac:chgData name="Andrew Wright" userId="dc48fa0297825777" providerId="LiveId" clId="{2227FE11-F3AC-4001-8788-2F33E0BC31A1}" dt="2026-04-18T22:14:14.699" v="121" actId="26606"/>
          <ac:spMkLst>
            <pc:docMk/>
            <pc:sldMk cId="508112872" sldId="261"/>
            <ac:spMk id="76" creationId="{9348F0CB-4904-4DEF-BDD4-ADEC2DCCCBD7}"/>
          </ac:spMkLst>
        </pc:spChg>
        <pc:spChg chg="add">
          <ac:chgData name="Andrew Wright" userId="dc48fa0297825777" providerId="LiveId" clId="{2227FE11-F3AC-4001-8788-2F33E0BC31A1}" dt="2026-04-18T22:14:14.699" v="121" actId="26606"/>
          <ac:spMkLst>
            <pc:docMk/>
            <pc:sldMk cId="508112872" sldId="261"/>
            <ac:spMk id="78" creationId="{1583E1B8-79B3-49BB-8704-58E4AB1AF213}"/>
          </ac:spMkLst>
        </pc:spChg>
        <pc:spChg chg="add">
          <ac:chgData name="Andrew Wright" userId="dc48fa0297825777" providerId="LiveId" clId="{2227FE11-F3AC-4001-8788-2F33E0BC31A1}" dt="2026-04-18T22:14:14.699" v="121" actId="26606"/>
          <ac:spMkLst>
            <pc:docMk/>
            <pc:sldMk cId="508112872" sldId="261"/>
            <ac:spMk id="80" creationId="{7BB34D5F-2B87-438E-8236-69C6068D47A4}"/>
          </ac:spMkLst>
        </pc:spChg>
      </pc:sldChg>
      <pc:sldChg chg="addSp delSp modSp new mod setBg setClrOvrMap">
        <pc:chgData name="Andrew Wright" userId="dc48fa0297825777" providerId="LiveId" clId="{2227FE11-F3AC-4001-8788-2F33E0BC31A1}" dt="2026-04-18T22:25:20.079" v="205" actId="1076"/>
        <pc:sldMkLst>
          <pc:docMk/>
          <pc:sldMk cId="1195261045" sldId="262"/>
        </pc:sldMkLst>
        <pc:spChg chg="mod">
          <ac:chgData name="Andrew Wright" userId="dc48fa0297825777" providerId="LiveId" clId="{2227FE11-F3AC-4001-8788-2F33E0BC31A1}" dt="2026-04-18T22:24:55.266" v="201" actId="1076"/>
          <ac:spMkLst>
            <pc:docMk/>
            <pc:sldMk cId="1195261045" sldId="262"/>
            <ac:spMk id="2" creationId="{BD866BB4-2F3D-C769-21E5-5EDBA64CEA9D}"/>
          </ac:spMkLst>
        </pc:spChg>
      </pc:sldChg>
    </pc:docChg>
  </pc:docChgLst>
  <pc:docChgLst>
    <pc:chgData name="Andrew Wright" userId="dc48fa0297825777" providerId="LiveId" clId="{A14041BE-BB7E-46E3-A565-6411C49E5260}"/>
    <pc:docChg chg="undo redo custSel addSld modSld sldOrd">
      <pc:chgData name="Andrew Wright" userId="dc48fa0297825777" providerId="LiveId" clId="{A14041BE-BB7E-46E3-A565-6411C49E5260}" dt="2026-05-01T20:36:30.403" v="647" actId="1076"/>
      <pc:docMkLst>
        <pc:docMk/>
      </pc:docMkLst>
      <pc:sldChg chg="modSp mod">
        <pc:chgData name="Andrew Wright" userId="dc48fa0297825777" providerId="LiveId" clId="{A14041BE-BB7E-46E3-A565-6411C49E5260}" dt="2026-04-30T21:02:27.422" v="21" actId="207"/>
        <pc:sldMkLst>
          <pc:docMk/>
          <pc:sldMk cId="2147312849" sldId="258"/>
        </pc:sldMkLst>
        <pc:graphicFrameChg chg="modGraphic">
          <ac:chgData name="Andrew Wright" userId="dc48fa0297825777" providerId="LiveId" clId="{A14041BE-BB7E-46E3-A565-6411C49E5260}" dt="2026-04-30T21:02:27.422" v="21" actId="207"/>
          <ac:graphicFrameMkLst>
            <pc:docMk/>
            <pc:sldMk cId="2147312849" sldId="258"/>
            <ac:graphicFrameMk id="6" creationId="{BD6F1258-C9E6-2323-20EE-9F4E7793D5A0}"/>
          </ac:graphicFrameMkLst>
        </pc:graphicFrameChg>
      </pc:sldChg>
      <pc:sldChg chg="modSp mod ord">
        <pc:chgData name="Andrew Wright" userId="dc48fa0297825777" providerId="LiveId" clId="{A14041BE-BB7E-46E3-A565-6411C49E5260}" dt="2026-05-01T20:17:35.662" v="441"/>
        <pc:sldMkLst>
          <pc:docMk/>
          <pc:sldMk cId="1979069784" sldId="260"/>
        </pc:sldMkLst>
        <pc:graphicFrameChg chg="mod modGraphic">
          <ac:chgData name="Andrew Wright" userId="dc48fa0297825777" providerId="LiveId" clId="{A14041BE-BB7E-46E3-A565-6411C49E5260}" dt="2026-04-30T20:59:16.521" v="8" actId="12385"/>
          <ac:graphicFrameMkLst>
            <pc:docMk/>
            <pc:sldMk cId="1979069784" sldId="260"/>
            <ac:graphicFrameMk id="6" creationId="{F5C57AF3-5AB1-A8E1-7206-24F65F912832}"/>
          </ac:graphicFrameMkLst>
        </pc:graphicFrameChg>
      </pc:sldChg>
      <pc:sldChg chg="addSp delSp modSp mod ord setBg setClrOvrMap">
        <pc:chgData name="Andrew Wright" userId="dc48fa0297825777" providerId="LiveId" clId="{A14041BE-BB7E-46E3-A565-6411C49E5260}" dt="2026-05-01T20:34:22.140" v="636" actId="1076"/>
        <pc:sldMkLst>
          <pc:docMk/>
          <pc:sldMk cId="508112872" sldId="261"/>
        </pc:sldMkLst>
        <pc:spChg chg="mod">
          <ac:chgData name="Andrew Wright" userId="dc48fa0297825777" providerId="LiveId" clId="{A14041BE-BB7E-46E3-A565-6411C49E5260}" dt="2026-05-01T20:33:59.163" v="631" actId="26606"/>
          <ac:spMkLst>
            <pc:docMk/>
            <pc:sldMk cId="508112872" sldId="261"/>
            <ac:spMk id="2" creationId="{143D4A70-D3B8-4E47-5CC1-E56CE8515E11}"/>
          </ac:spMkLst>
        </pc:spChg>
        <pc:spChg chg="add del mod">
          <ac:chgData name="Andrew Wright" userId="dc48fa0297825777" providerId="LiveId" clId="{A14041BE-BB7E-46E3-A565-6411C49E5260}" dt="2026-05-01T20:32:06.178" v="619" actId="478"/>
          <ac:spMkLst>
            <pc:docMk/>
            <pc:sldMk cId="508112872" sldId="261"/>
            <ac:spMk id="5" creationId="{31381C37-8CD7-F819-6D8C-7A83F3F9AB04}"/>
          </ac:spMkLst>
        </pc:spChg>
        <pc:spChg chg="add del mod">
          <ac:chgData name="Andrew Wright" userId="dc48fa0297825777" providerId="LiveId" clId="{A14041BE-BB7E-46E3-A565-6411C49E5260}" dt="2026-04-30T21:05:10.615" v="43" actId="21"/>
          <ac:spMkLst>
            <pc:docMk/>
            <pc:sldMk cId="508112872" sldId="261"/>
            <ac:spMk id="5" creationId="{A8F6FEF5-3016-5885-2FDB-2D54C09E7C15}"/>
          </ac:spMkLst>
        </pc:spChg>
        <pc:spChg chg="add del">
          <ac:chgData name="Andrew Wright" userId="dc48fa0297825777" providerId="LiveId" clId="{A14041BE-BB7E-46E3-A565-6411C49E5260}" dt="2026-05-01T20:33:59.163" v="631" actId="26606"/>
          <ac:spMkLst>
            <pc:docMk/>
            <pc:sldMk cId="508112872" sldId="261"/>
            <ac:spMk id="74" creationId="{47AEA421-5F29-4BA7-9360-2501B5987921}"/>
          </ac:spMkLst>
        </pc:spChg>
        <pc:spChg chg="add del">
          <ac:chgData name="Andrew Wright" userId="dc48fa0297825777" providerId="LiveId" clId="{A14041BE-BB7E-46E3-A565-6411C49E5260}" dt="2026-05-01T20:33:59.163" v="631" actId="26606"/>
          <ac:spMkLst>
            <pc:docMk/>
            <pc:sldMk cId="508112872" sldId="261"/>
            <ac:spMk id="76" creationId="{9348F0CB-4904-4DEF-BDD4-ADEC2DCCCBD7}"/>
          </ac:spMkLst>
        </pc:spChg>
        <pc:spChg chg="add del">
          <ac:chgData name="Andrew Wright" userId="dc48fa0297825777" providerId="LiveId" clId="{A14041BE-BB7E-46E3-A565-6411C49E5260}" dt="2026-05-01T20:33:59.163" v="631" actId="26606"/>
          <ac:spMkLst>
            <pc:docMk/>
            <pc:sldMk cId="508112872" sldId="261"/>
            <ac:spMk id="78" creationId="{1583E1B8-79B3-49BB-8704-58E4AB1AF213}"/>
          </ac:spMkLst>
        </pc:spChg>
        <pc:spChg chg="add del">
          <ac:chgData name="Andrew Wright" userId="dc48fa0297825777" providerId="LiveId" clId="{A14041BE-BB7E-46E3-A565-6411C49E5260}" dt="2026-05-01T20:33:59.163" v="631" actId="26606"/>
          <ac:spMkLst>
            <pc:docMk/>
            <pc:sldMk cId="508112872" sldId="261"/>
            <ac:spMk id="80" creationId="{7BB34D5F-2B87-438E-8236-69C6068D47A4}"/>
          </ac:spMkLst>
        </pc:spChg>
        <pc:spChg chg="add del">
          <ac:chgData name="Andrew Wright" userId="dc48fa0297825777" providerId="LiveId" clId="{A14041BE-BB7E-46E3-A565-6411C49E5260}" dt="2026-05-01T20:33:59.108" v="630" actId="26606"/>
          <ac:spMkLst>
            <pc:docMk/>
            <pc:sldMk cId="508112872" sldId="261"/>
            <ac:spMk id="89" creationId="{4AC0CD9D-7610-4620-93B4-798CCD9AB581}"/>
          </ac:spMkLst>
        </pc:spChg>
        <pc:spChg chg="add del">
          <ac:chgData name="Andrew Wright" userId="dc48fa0297825777" providerId="LiveId" clId="{A14041BE-BB7E-46E3-A565-6411C49E5260}" dt="2026-05-01T20:33:59.108" v="630" actId="26606"/>
          <ac:spMkLst>
            <pc:docMk/>
            <pc:sldMk cId="508112872" sldId="261"/>
            <ac:spMk id="95" creationId="{DE4D62F9-188E-4530-84C2-24BDEE4BEB82}"/>
          </ac:spMkLst>
        </pc:spChg>
        <pc:spChg chg="add del">
          <ac:chgData name="Andrew Wright" userId="dc48fa0297825777" providerId="LiveId" clId="{A14041BE-BB7E-46E3-A565-6411C49E5260}" dt="2026-05-01T20:33:59.108" v="630" actId="26606"/>
          <ac:spMkLst>
            <pc:docMk/>
            <pc:sldMk cId="508112872" sldId="261"/>
            <ac:spMk id="97" creationId="{D67CA421-FA2B-47ED-A101-F8BBEBB2976B}"/>
          </ac:spMkLst>
        </pc:spChg>
        <pc:spChg chg="add del">
          <ac:chgData name="Andrew Wright" userId="dc48fa0297825777" providerId="LiveId" clId="{A14041BE-BB7E-46E3-A565-6411C49E5260}" dt="2026-05-01T20:33:59.108" v="630" actId="26606"/>
          <ac:spMkLst>
            <pc:docMk/>
            <pc:sldMk cId="508112872" sldId="261"/>
            <ac:spMk id="99" creationId="{12425D82-CD5E-45A4-9542-70951E59F2D1}"/>
          </ac:spMkLst>
        </pc:spChg>
        <pc:spChg chg="add del">
          <ac:chgData name="Andrew Wright" userId="dc48fa0297825777" providerId="LiveId" clId="{A14041BE-BB7E-46E3-A565-6411C49E5260}" dt="2026-05-01T20:33:59.108" v="630" actId="26606"/>
          <ac:spMkLst>
            <pc:docMk/>
            <pc:sldMk cId="508112872" sldId="261"/>
            <ac:spMk id="101" creationId="{221DB897-A621-4D5F-AC81-91199AC4370E}"/>
          </ac:spMkLst>
        </pc:spChg>
        <pc:spChg chg="add">
          <ac:chgData name="Andrew Wright" userId="dc48fa0297825777" providerId="LiveId" clId="{A14041BE-BB7E-46E3-A565-6411C49E5260}" dt="2026-05-01T20:33:59.163" v="631" actId="26606"/>
          <ac:spMkLst>
            <pc:docMk/>
            <pc:sldMk cId="508112872" sldId="261"/>
            <ac:spMk id="105" creationId="{4AC0CD9D-7610-4620-93B4-798CCD9AB581}"/>
          </ac:spMkLst>
        </pc:spChg>
        <pc:spChg chg="add">
          <ac:chgData name="Andrew Wright" userId="dc48fa0297825777" providerId="LiveId" clId="{A14041BE-BB7E-46E3-A565-6411C49E5260}" dt="2026-05-01T20:33:59.163" v="631" actId="26606"/>
          <ac:spMkLst>
            <pc:docMk/>
            <pc:sldMk cId="508112872" sldId="261"/>
            <ac:spMk id="108" creationId="{DE4D62F9-188E-4530-84C2-24BDEE4BEB82}"/>
          </ac:spMkLst>
        </pc:spChg>
        <pc:graphicFrameChg chg="add del mod modGraphic">
          <ac:chgData name="Andrew Wright" userId="dc48fa0297825777" providerId="LiveId" clId="{A14041BE-BB7E-46E3-A565-6411C49E5260}" dt="2026-05-01T20:32:03.033" v="618" actId="478"/>
          <ac:graphicFrameMkLst>
            <pc:docMk/>
            <pc:sldMk cId="508112872" sldId="261"/>
            <ac:graphicFrameMk id="4" creationId="{57C0F50C-6B6D-737F-461F-CBDF7482F9DC}"/>
          </ac:graphicFrameMkLst>
        </pc:graphicFrameChg>
        <pc:graphicFrameChg chg="add mod modGraphic">
          <ac:chgData name="Andrew Wright" userId="dc48fa0297825777" providerId="LiveId" clId="{A14041BE-BB7E-46E3-A565-6411C49E5260}" dt="2026-05-01T20:34:22.140" v="636" actId="1076"/>
          <ac:graphicFrameMkLst>
            <pc:docMk/>
            <pc:sldMk cId="508112872" sldId="261"/>
            <ac:graphicFrameMk id="6" creationId="{5ECAF327-1A94-637B-08DB-EE505688F921}"/>
          </ac:graphicFrameMkLst>
        </pc:graphicFrameChg>
        <pc:picChg chg="add">
          <ac:chgData name="Andrew Wright" userId="dc48fa0297825777" providerId="LiveId" clId="{A14041BE-BB7E-46E3-A565-6411C49E5260}" dt="2026-05-01T20:33:59.163" v="631" actId="26606"/>
          <ac:picMkLst>
            <pc:docMk/>
            <pc:sldMk cId="508112872" sldId="261"/>
            <ac:picMk id="103" creationId="{41B68C77-138E-4BF7-A276-BD0C78A4219F}"/>
          </ac:picMkLst>
        </pc:picChg>
        <pc:picChg chg="add">
          <ac:chgData name="Andrew Wright" userId="dc48fa0297825777" providerId="LiveId" clId="{A14041BE-BB7E-46E3-A565-6411C49E5260}" dt="2026-05-01T20:33:59.163" v="631" actId="26606"/>
          <ac:picMkLst>
            <pc:docMk/>
            <pc:sldMk cId="508112872" sldId="261"/>
            <ac:picMk id="106" creationId="{B9238B3E-24AA-439A-B527-6C5DF6D72145}"/>
          </ac:picMkLst>
        </pc:picChg>
        <pc:picChg chg="add">
          <ac:chgData name="Andrew Wright" userId="dc48fa0297825777" providerId="LiveId" clId="{A14041BE-BB7E-46E3-A565-6411C49E5260}" dt="2026-05-01T20:33:59.163" v="631" actId="26606"/>
          <ac:picMkLst>
            <pc:docMk/>
            <pc:sldMk cId="508112872" sldId="261"/>
            <ac:picMk id="107" creationId="{69F01145-BEA3-4CBF-AA21-10077B948CA8}"/>
          </ac:picMkLst>
        </pc:picChg>
      </pc:sldChg>
      <pc:sldChg chg="addSp delSp modSp mod ord setBg setClrOvrMap">
        <pc:chgData name="Andrew Wright" userId="dc48fa0297825777" providerId="LiveId" clId="{A14041BE-BB7E-46E3-A565-6411C49E5260}" dt="2026-05-01T20:35:28.611" v="640" actId="1076"/>
        <pc:sldMkLst>
          <pc:docMk/>
          <pc:sldMk cId="1195261045" sldId="262"/>
        </pc:sldMkLst>
        <pc:spChg chg="mod">
          <ac:chgData name="Andrew Wright" userId="dc48fa0297825777" providerId="LiveId" clId="{A14041BE-BB7E-46E3-A565-6411C49E5260}" dt="2026-05-01T20:17:05.807" v="437" actId="20577"/>
          <ac:spMkLst>
            <pc:docMk/>
            <pc:sldMk cId="1195261045" sldId="262"/>
            <ac:spMk id="2" creationId="{BD866BB4-2F3D-C769-21E5-5EDBA64CEA9D}"/>
          </ac:spMkLst>
        </pc:spChg>
        <pc:spChg chg="add del mod">
          <ac:chgData name="Andrew Wright" userId="dc48fa0297825777" providerId="LiveId" clId="{A14041BE-BB7E-46E3-A565-6411C49E5260}" dt="2026-05-01T20:12:12.411" v="398" actId="478"/>
          <ac:spMkLst>
            <pc:docMk/>
            <pc:sldMk cId="1195261045" sldId="262"/>
            <ac:spMk id="4" creationId="{8F4A9CB4-069F-D40E-B5B9-76532A803FBA}"/>
          </ac:spMkLst>
        </pc:spChg>
        <pc:spChg chg="add mod">
          <ac:chgData name="Andrew Wright" userId="dc48fa0297825777" providerId="LiveId" clId="{A14041BE-BB7E-46E3-A565-6411C49E5260}" dt="2026-05-01T20:35:28.611" v="640" actId="1076"/>
          <ac:spMkLst>
            <pc:docMk/>
            <pc:sldMk cId="1195261045" sldId="262"/>
            <ac:spMk id="6" creationId="{4A52E23A-451D-1F3B-BA86-6CAFFF6ADB6B}"/>
          </ac:spMkLst>
        </pc:spChg>
        <pc:spChg chg="del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51" creationId="{4AC0CD9D-7610-4620-93B4-798CCD9AB581}"/>
          </ac:spMkLst>
        </pc:spChg>
        <pc:spChg chg="del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54" creationId="{DE4D62F9-188E-4530-84C2-24BDEE4BEB82}"/>
          </ac:spMkLst>
        </pc:spChg>
        <pc:spChg chg="add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64" creationId="{4AC0CD9D-7610-4620-93B4-798CCD9AB581}"/>
          </ac:spMkLst>
        </pc:spChg>
        <pc:spChg chg="add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70" creationId="{DE4D62F9-188E-4530-84C2-24BDEE4BEB82}"/>
          </ac:spMkLst>
        </pc:spChg>
        <pc:spChg chg="add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72" creationId="{757B325C-3E35-45CF-9D07-3BCB281F3B9C}"/>
          </ac:spMkLst>
        </pc:spChg>
        <pc:spChg chg="add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74" creationId="{C24BEC42-AFF3-40D1-93A2-A27A42E1E23C}"/>
          </ac:spMkLst>
        </pc:spChg>
        <pc:spChg chg="add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76" creationId="{608F427C-1EC9-4280-9367-F2B3AA063E82}"/>
          </ac:spMkLst>
        </pc:spChg>
        <pc:spChg chg="add">
          <ac:chgData name="Andrew Wright" userId="dc48fa0297825777" providerId="LiveId" clId="{A14041BE-BB7E-46E3-A565-6411C49E5260}" dt="2026-04-30T21:06:15.744" v="44" actId="26606"/>
          <ac:spMkLst>
            <pc:docMk/>
            <pc:sldMk cId="1195261045" sldId="262"/>
            <ac:spMk id="78" creationId="{F98810A7-E114-447A-A7D6-69B27CFB5650}"/>
          </ac:spMkLst>
        </pc:spChg>
        <pc:graphicFrameChg chg="add mod modGraphic">
          <ac:chgData name="Andrew Wright" userId="dc48fa0297825777" providerId="LiveId" clId="{A14041BE-BB7E-46E3-A565-6411C49E5260}" dt="2026-05-01T20:35:21.145" v="639" actId="1076"/>
          <ac:graphicFrameMkLst>
            <pc:docMk/>
            <pc:sldMk cId="1195261045" sldId="262"/>
            <ac:graphicFrameMk id="3" creationId="{A063A2F7-3E6B-C8DE-5010-D53E05E4F965}"/>
          </ac:graphicFrameMkLst>
        </pc:graphicFrameChg>
        <pc:graphicFrameChg chg="del mod modGraphic">
          <ac:chgData name="Andrew Wright" userId="dc48fa0297825777" providerId="LiveId" clId="{A14041BE-BB7E-46E3-A565-6411C49E5260}" dt="2026-04-30T22:17:19.190" v="397" actId="478"/>
          <ac:graphicFrameMkLst>
            <pc:docMk/>
            <pc:sldMk cId="1195261045" sldId="262"/>
            <ac:graphicFrameMk id="55" creationId="{55AD12FC-06B7-C51C-0A51-8C155C38724A}"/>
          </ac:graphicFrameMkLst>
        </pc:graphicFrameChg>
        <pc:picChg chg="add">
          <ac:chgData name="Andrew Wright" userId="dc48fa0297825777" providerId="LiveId" clId="{A14041BE-BB7E-46E3-A565-6411C49E5260}" dt="2026-04-30T21:06:15.744" v="44" actId="26606"/>
          <ac:picMkLst>
            <pc:docMk/>
            <pc:sldMk cId="1195261045" sldId="262"/>
            <ac:picMk id="60" creationId="{41B68C77-138E-4BF7-A276-BD0C78A4219F}"/>
          </ac:picMkLst>
        </pc:picChg>
      </pc:sldChg>
      <pc:sldChg chg="addSp delSp modSp new mod ord modClrScheme chgLayout">
        <pc:chgData name="Andrew Wright" userId="dc48fa0297825777" providerId="LiveId" clId="{A14041BE-BB7E-46E3-A565-6411C49E5260}" dt="2026-05-01T20:36:30.403" v="647" actId="1076"/>
        <pc:sldMkLst>
          <pc:docMk/>
          <pc:sldMk cId="2659303621" sldId="263"/>
        </pc:sldMkLst>
        <pc:spChg chg="del mod ord">
          <ac:chgData name="Andrew Wright" userId="dc48fa0297825777" providerId="LiveId" clId="{A14041BE-BB7E-46E3-A565-6411C49E5260}" dt="2026-04-30T21:09:27.878" v="60" actId="700"/>
          <ac:spMkLst>
            <pc:docMk/>
            <pc:sldMk cId="2659303621" sldId="263"/>
            <ac:spMk id="2" creationId="{3B235778-3D7C-D356-50E1-2DF0A148BDF5}"/>
          </ac:spMkLst>
        </pc:spChg>
        <pc:spChg chg="del mod ord">
          <ac:chgData name="Andrew Wright" userId="dc48fa0297825777" providerId="LiveId" clId="{A14041BE-BB7E-46E3-A565-6411C49E5260}" dt="2026-04-30T21:09:27.878" v="60" actId="700"/>
          <ac:spMkLst>
            <pc:docMk/>
            <pc:sldMk cId="2659303621" sldId="263"/>
            <ac:spMk id="3" creationId="{52239DA9-656C-319A-A0EB-C8E024104014}"/>
          </ac:spMkLst>
        </pc:spChg>
        <pc:spChg chg="add mod ord">
          <ac:chgData name="Andrew Wright" userId="dc48fa0297825777" providerId="LiveId" clId="{A14041BE-BB7E-46E3-A565-6411C49E5260}" dt="2026-05-01T20:36:28.170" v="646" actId="1076"/>
          <ac:spMkLst>
            <pc:docMk/>
            <pc:sldMk cId="2659303621" sldId="263"/>
            <ac:spMk id="4" creationId="{3C3A77AB-2FBD-B4D7-CC37-BE544E7DB3AE}"/>
          </ac:spMkLst>
        </pc:spChg>
        <pc:spChg chg="add del mod ord">
          <ac:chgData name="Andrew Wright" userId="dc48fa0297825777" providerId="LiveId" clId="{A14041BE-BB7E-46E3-A565-6411C49E5260}" dt="2026-04-30T21:17:05.518" v="358" actId="931"/>
          <ac:spMkLst>
            <pc:docMk/>
            <pc:sldMk cId="2659303621" sldId="263"/>
            <ac:spMk id="5" creationId="{501D845C-4630-9BB8-946A-A08ED0DB148F}"/>
          </ac:spMkLst>
        </pc:spChg>
        <pc:spChg chg="add mod ord">
          <ac:chgData name="Andrew Wright" userId="dc48fa0297825777" providerId="LiveId" clId="{A14041BE-BB7E-46E3-A565-6411C49E5260}" dt="2026-05-01T20:36:30.403" v="647" actId="1076"/>
          <ac:spMkLst>
            <pc:docMk/>
            <pc:sldMk cId="2659303621" sldId="263"/>
            <ac:spMk id="6" creationId="{418BE8DC-F8E8-E5FD-3EC2-7F59D7F8C019}"/>
          </ac:spMkLst>
        </pc:spChg>
        <pc:spChg chg="add del mod">
          <ac:chgData name="Andrew Wright" userId="dc48fa0297825777" providerId="LiveId" clId="{A14041BE-BB7E-46E3-A565-6411C49E5260}" dt="2026-04-30T21:19:01.795" v="391" actId="478"/>
          <ac:spMkLst>
            <pc:docMk/>
            <pc:sldMk cId="2659303621" sldId="263"/>
            <ac:spMk id="10" creationId="{CA86A8F5-C311-EADF-A861-4DDA7C545640}"/>
          </ac:spMkLst>
        </pc:spChg>
        <pc:picChg chg="add del mod ord">
          <ac:chgData name="Andrew Wright" userId="dc48fa0297825777" providerId="LiveId" clId="{A14041BE-BB7E-46E3-A565-6411C49E5260}" dt="2026-04-30T21:18:51.399" v="390" actId="478"/>
          <ac:picMkLst>
            <pc:docMk/>
            <pc:sldMk cId="2659303621" sldId="263"/>
            <ac:picMk id="8" creationId="{4FD96330-8BC8-2D42-D6F2-40D4244597DD}"/>
          </ac:picMkLst>
        </pc:picChg>
        <pc:picChg chg="add mod">
          <ac:chgData name="Andrew Wright" userId="dc48fa0297825777" providerId="LiveId" clId="{A14041BE-BB7E-46E3-A565-6411C49E5260}" dt="2026-05-01T20:36:24.542" v="645" actId="1076"/>
          <ac:picMkLst>
            <pc:docMk/>
            <pc:sldMk cId="2659303621" sldId="263"/>
            <ac:picMk id="12" creationId="{DB66E0E4-FF7B-5535-9248-3CB41C4C3886}"/>
          </ac:picMkLst>
        </pc:picChg>
      </pc:sldChg>
      <pc:sldChg chg="addSp delSp modSp new mod ord">
        <pc:chgData name="Andrew Wright" userId="dc48fa0297825777" providerId="LiveId" clId="{A14041BE-BB7E-46E3-A565-6411C49E5260}" dt="2026-05-01T20:36:13.924" v="644" actId="1076"/>
        <pc:sldMkLst>
          <pc:docMk/>
          <pc:sldMk cId="641740688" sldId="264"/>
        </pc:sldMkLst>
        <pc:spChg chg="mod">
          <ac:chgData name="Andrew Wright" userId="dc48fa0297825777" providerId="LiveId" clId="{A14041BE-BB7E-46E3-A565-6411C49E5260}" dt="2026-05-01T20:35:50.377" v="643" actId="1076"/>
          <ac:spMkLst>
            <pc:docMk/>
            <pc:sldMk cId="641740688" sldId="264"/>
            <ac:spMk id="2" creationId="{67489DB0-1C89-00D5-A23B-A7884A038E30}"/>
          </ac:spMkLst>
        </pc:spChg>
        <pc:spChg chg="del">
          <ac:chgData name="Andrew Wright" userId="dc48fa0297825777" providerId="LiveId" clId="{A14041BE-BB7E-46E3-A565-6411C49E5260}" dt="2026-05-01T20:26:12.513" v="510" actId="478"/>
          <ac:spMkLst>
            <pc:docMk/>
            <pc:sldMk cId="641740688" sldId="264"/>
            <ac:spMk id="3" creationId="{1C124CDE-918C-857E-6D1D-9D1A5BEFCFC3}"/>
          </ac:spMkLst>
        </pc:spChg>
        <pc:graphicFrameChg chg="add mod modGraphic">
          <ac:chgData name="Andrew Wright" userId="dc48fa0297825777" providerId="LiveId" clId="{A14041BE-BB7E-46E3-A565-6411C49E5260}" dt="2026-05-01T20:36:13.924" v="644" actId="1076"/>
          <ac:graphicFrameMkLst>
            <pc:docMk/>
            <pc:sldMk cId="641740688" sldId="264"/>
            <ac:graphicFrameMk id="4" creationId="{8D4E3B7B-B124-BACB-48E9-37396B57690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7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03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95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8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89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7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4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21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9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668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46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6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05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99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59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5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EBFEC82-9CFC-4898-A093-CBC159FC02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FFE3E-B167-45B6-86C7-21C7FA1A38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30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1389A-1D59-2BC8-6188-55E4B01AD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Law Office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191D5-580C-3C50-818A-609C6597F0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By: Andrew Wright</a:t>
            </a:r>
          </a:p>
          <a:p>
            <a:r>
              <a:rPr lang="en-US" dirty="0"/>
              <a:t>CIST 1401 </a:t>
            </a:r>
            <a:br>
              <a:rPr lang="en-US" dirty="0"/>
            </a:br>
            <a:r>
              <a:rPr lang="en-US" dirty="0"/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873619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25B43-E603-0E56-A940-75F650151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234821"/>
            <a:ext cx="8825659" cy="866192"/>
          </a:xfrm>
        </p:spPr>
        <p:txBody>
          <a:bodyPr/>
          <a:lstStyle/>
          <a:p>
            <a:r>
              <a:rPr lang="en-US" dirty="0"/>
              <a:t>Network Design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46DAD7-BD5B-30C6-26BF-F02CC5D77F02}"/>
              </a:ext>
            </a:extLst>
          </p:cNvPr>
          <p:cNvSpPr txBox="1"/>
          <p:nvPr/>
        </p:nvSpPr>
        <p:spPr>
          <a:xfrm>
            <a:off x="1154954" y="1284230"/>
            <a:ext cx="8825659" cy="5573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lang="en-US" sz="2000" dirty="0"/>
              <a:t>2 Internet Services Providers are to be utilized. The main is AT&amp;T Business Internet. The second ISP being Comcast Business is for redundancy and will be inactive, but on standby in the event of an outage.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lang="en-US" sz="2000" dirty="0"/>
              <a:t>Cisco products are exclusively used for interconnectivity and interoperability.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r>
              <a:rPr lang="en-US" sz="2000" dirty="0"/>
              <a:t>The office is segmented into VLANs for corporate data, voice, corporate Wi-Fi, guest Wi-Fi, printers/IoT, security/IoT devices (RFID readers, environmental monitoring, and limited camera coverage), internal servers, management, and the DMZ. Azure cloud backup is shown as the off-site recovery target.</a:t>
            </a: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5638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3A77AB-2FBD-B4D7-CC37-BE544E7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555497"/>
            <a:ext cx="8825657" cy="56673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Network Topology Map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8BE8DC-F8E8-E5FD-3EC2-7F59D7F8C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2400" y="6238182"/>
            <a:ext cx="8825656" cy="4937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All components were configured to real-world specifications, with all components of my design function successfully. </a:t>
            </a:r>
          </a:p>
          <a:p>
            <a:r>
              <a:rPr lang="en-US" dirty="0"/>
              <a:t>Made using Cisco Packet Tracer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66E0E4-FF7B-5535-9248-3CB41C4C3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26106"/>
            <a:ext cx="9596846" cy="531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03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C230C8-610E-A80C-BC2B-8DBEAE3D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1384" y="905153"/>
            <a:ext cx="4417946" cy="3169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dirty="0">
                <a:solidFill>
                  <a:srgbClr val="EBEBEB"/>
                </a:solidFill>
              </a:rPr>
              <a:t>Floor Segmentation</a:t>
            </a:r>
            <a:endParaRPr lang="en-US" sz="46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8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0" name="Freeform: Shape 49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6F1258-C9E6-2323-20EE-9F4E7793D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398025"/>
              </p:ext>
            </p:extLst>
          </p:nvPr>
        </p:nvGraphicFramePr>
        <p:xfrm>
          <a:off x="660360" y="39696"/>
          <a:ext cx="6270664" cy="6818304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593253">
                  <a:extLst>
                    <a:ext uri="{9D8B030D-6E8A-4147-A177-3AD203B41FA5}">
                      <a16:colId xmlns:a16="http://schemas.microsoft.com/office/drawing/2014/main" val="3082477418"/>
                    </a:ext>
                  </a:extLst>
                </a:gridCol>
                <a:gridCol w="1363426">
                  <a:extLst>
                    <a:ext uri="{9D8B030D-6E8A-4147-A177-3AD203B41FA5}">
                      <a16:colId xmlns:a16="http://schemas.microsoft.com/office/drawing/2014/main" val="3028789484"/>
                    </a:ext>
                  </a:extLst>
                </a:gridCol>
                <a:gridCol w="2362152">
                  <a:extLst>
                    <a:ext uri="{9D8B030D-6E8A-4147-A177-3AD203B41FA5}">
                      <a16:colId xmlns:a16="http://schemas.microsoft.com/office/drawing/2014/main" val="2828570622"/>
                    </a:ext>
                  </a:extLst>
                </a:gridCol>
                <a:gridCol w="1951833">
                  <a:extLst>
                    <a:ext uri="{9D8B030D-6E8A-4147-A177-3AD203B41FA5}">
                      <a16:colId xmlns:a16="http://schemas.microsoft.com/office/drawing/2014/main" val="1245667693"/>
                    </a:ext>
                  </a:extLst>
                </a:gridCol>
              </a:tblGrid>
              <a:tr h="372106"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Floor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anose="02020603050405020304" pitchFamily="18" charset="0"/>
                        </a:rPr>
                        <a:t>Staff Type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Recommended network build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Special notes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311065"/>
                  </a:ext>
                </a:extLst>
              </a:tr>
              <a:tr h="817527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Reception/ support staff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representative 2960 access switch, PC, IP phone, printer, limited CCTV webcam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Reception-focused floor, CCTV cameras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863794"/>
                  </a:ext>
                </a:extLst>
              </a:tr>
              <a:tr h="531185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IT staff / server room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representative 2960 access switch, PC, IP phone, printer, RFID reader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Server-room zone is associated with IT floor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35365"/>
                  </a:ext>
                </a:extLst>
              </a:tr>
              <a:tr h="817527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Support staff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representative 2960 access switch, PC, IP phone, printer, RFID reader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Standard support-floor with additional user workspace, if needed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648415"/>
                  </a:ext>
                </a:extLst>
              </a:tr>
              <a:tr h="722080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Conference rooms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representative 2960 access switch, PC, conference VoIP/camera endpoint, printer, RFID reader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Conference-focused floor with Web and Voice IP communications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698714"/>
                  </a:ext>
                </a:extLst>
              </a:tr>
              <a:tr h="817527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Junior lawyers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representative 2960 access switch, PC, IP phone, printer, RFID reader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Standard attorney-floor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734436"/>
                  </a:ext>
                </a:extLst>
              </a:tr>
              <a:tr h="531185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4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Partners/ paralegals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representative 2960 access switch, PC, IP phone, printer, RFID reader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Mixed partner and legal support floor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89378"/>
                  </a:ext>
                </a:extLst>
              </a:tr>
              <a:tr h="817527"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1400" b="1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Senior partners/ management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 representative 2960 access switch, PC, IP phone, printer, RFID reader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Executive floor with representative user, phone, and printer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377" marR="60377" marT="58098" marB="58098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18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7312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7C09F6D-F9A6-0AA4-AC78-C26CDF13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06" y="348197"/>
            <a:ext cx="9252154" cy="12239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Network Map Segmentation Strategy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FF0714B-4906-035F-83CE-D87E46A61D5B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963534" y="1141407"/>
            <a:ext cx="5965394" cy="41961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marL="0" marR="0" lvl="0" indent="0" fontAlgn="base">
              <a:lnSpc>
                <a:spcPct val="90000"/>
              </a:lnSpc>
              <a:tabLst/>
            </a:pPr>
            <a:endParaRPr kumimoji="0" lang="en-US" altLang="en-US" sz="900" u="none" strike="noStrike" cap="none" normalizeH="0" baseline="0" dirty="0">
              <a:ln>
                <a:noFill/>
              </a:ln>
              <a:effectLst/>
            </a:endParaRPr>
          </a:p>
          <a:p>
            <a:pPr marR="0" lvl="0" fontAlgn="base">
              <a:lnSpc>
                <a:spcPct val="16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u="none" strike="noStrike" cap="none" normalizeH="0" baseline="0" dirty="0">
                <a:ln>
                  <a:noFill/>
                </a:ln>
                <a:effectLst/>
              </a:rPr>
              <a:t>VLANs used: Data, Voice, Corp Wi-Fi, Guest Wi-Fi, Printers/IoT, Security/IoT, Servers, Management, DMZ </a:t>
            </a:r>
          </a:p>
          <a:p>
            <a:pPr marR="0" lvl="0" fontAlgn="base">
              <a:lnSpc>
                <a:spcPct val="16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u="none" strike="noStrike" cap="none" normalizeH="0" baseline="0" dirty="0">
                <a:ln>
                  <a:noFill/>
                </a:ln>
                <a:effectLst/>
              </a:rPr>
              <a:t>Main 3560-24PS core switch performs inter-VLAN routing </a:t>
            </a:r>
          </a:p>
          <a:p>
            <a:pPr marR="0" lvl="0" fontAlgn="base">
              <a:lnSpc>
                <a:spcPct val="16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u="none" strike="noStrike" cap="none" normalizeH="0" baseline="0" dirty="0">
                <a:ln>
                  <a:noFill/>
                </a:ln>
                <a:effectLst/>
              </a:rPr>
              <a:t>Secondary 3560-24PS extends VLANs to floor switches using trunk links </a:t>
            </a:r>
          </a:p>
          <a:p>
            <a:pPr marR="0" lvl="0" fontAlgn="base">
              <a:lnSpc>
                <a:spcPct val="16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u="none" strike="noStrike" cap="none" normalizeH="0" baseline="0" dirty="0">
                <a:ln>
                  <a:noFill/>
                </a:ln>
                <a:effectLst/>
              </a:rPr>
              <a:t>DHCP relay sends client requests to the DHCP/DNS server </a:t>
            </a:r>
          </a:p>
          <a:p>
            <a:pPr marR="0" lvl="0" fontAlgn="base">
              <a:lnSpc>
                <a:spcPct val="16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u="none" strike="noStrike" cap="none" normalizeH="0" baseline="0" dirty="0">
                <a:ln>
                  <a:noFill/>
                </a:ln>
                <a:effectLst/>
              </a:rPr>
              <a:t>DMZ web server isolated on VLAN 90 </a:t>
            </a:r>
          </a:p>
          <a:p>
            <a:pPr marR="0" lvl="0" fontAlgn="base">
              <a:lnSpc>
                <a:spcPct val="16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u="none" strike="noStrike" cap="none" normalizeH="0" baseline="0" dirty="0">
                <a:ln>
                  <a:noFill/>
                </a:ln>
                <a:effectLst/>
              </a:rPr>
              <a:t>Internal servers located in the Floor 2 server room </a:t>
            </a:r>
          </a:p>
          <a:p>
            <a:pPr marR="0" lvl="0" fontAlgn="base">
              <a:lnSpc>
                <a:spcPct val="160000"/>
              </a:lnSpc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u="none" strike="noStrike" cap="none" normalizeH="0" baseline="0" dirty="0">
                <a:ln>
                  <a:noFill/>
                </a:ln>
                <a:effectLst/>
              </a:rPr>
              <a:t>Azure Backup provides off-site recovery and backup 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C57AF3-5AB1-A8E1-7206-24F65F912832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056823755"/>
              </p:ext>
            </p:extLst>
          </p:nvPr>
        </p:nvGraphicFramePr>
        <p:xfrm>
          <a:off x="7433187" y="1643643"/>
          <a:ext cx="4262283" cy="4196191"/>
        </p:xfrm>
        <a:graphic>
          <a:graphicData uri="http://schemas.openxmlformats.org/drawingml/2006/table">
            <a:tbl>
              <a:tblPr firstRow="1" firstCol="1" bandRow="1">
                <a:tableStyleId>{35758FB7-9AC5-4552-8A53-C91805E547FA}</a:tableStyleId>
              </a:tblPr>
              <a:tblGrid>
                <a:gridCol w="715457">
                  <a:extLst>
                    <a:ext uri="{9D8B030D-6E8A-4147-A177-3AD203B41FA5}">
                      <a16:colId xmlns:a16="http://schemas.microsoft.com/office/drawing/2014/main" val="2354492421"/>
                    </a:ext>
                  </a:extLst>
                </a:gridCol>
                <a:gridCol w="1589845">
                  <a:extLst>
                    <a:ext uri="{9D8B030D-6E8A-4147-A177-3AD203B41FA5}">
                      <a16:colId xmlns:a16="http://schemas.microsoft.com/office/drawing/2014/main" val="419841467"/>
                    </a:ext>
                  </a:extLst>
                </a:gridCol>
                <a:gridCol w="1956981">
                  <a:extLst>
                    <a:ext uri="{9D8B030D-6E8A-4147-A177-3AD203B41FA5}">
                      <a16:colId xmlns:a16="http://schemas.microsoft.com/office/drawing/2014/main" val="3180211044"/>
                    </a:ext>
                  </a:extLst>
                </a:gridCol>
              </a:tblGrid>
              <a:tr h="5560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VLAN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Section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IP/Subnet layout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2274846078"/>
                  </a:ext>
                </a:extLst>
              </a:tr>
              <a:tr h="5560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Corporate Data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172.16.10.x/24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110454008"/>
                  </a:ext>
                </a:extLst>
              </a:tr>
              <a:tr h="2831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20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Voice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172.16.20.x/24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4055160141"/>
                  </a:ext>
                </a:extLst>
              </a:tr>
              <a:tr h="2831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30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Corp Wi-Fi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172.16.30.x/24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4113325251"/>
                  </a:ext>
                </a:extLst>
              </a:tr>
              <a:tr h="2831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Guest Wi-Fi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172.16.40.x/24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237267614"/>
                  </a:ext>
                </a:extLst>
              </a:tr>
              <a:tr h="2831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50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Printers / IoT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172.16.50.x/24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1398415990"/>
                  </a:ext>
                </a:extLst>
              </a:tr>
              <a:tr h="82894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Security (RFID/CCTV)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172.16.60.x/24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1136630032"/>
                  </a:ext>
                </a:extLst>
              </a:tr>
              <a:tr h="5560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70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Internal Servers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172.16.70.x/24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185297217"/>
                  </a:ext>
                </a:extLst>
              </a:tr>
              <a:tr h="2831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80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Management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172.16.80.x/24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 anchor="ctr"/>
                </a:tc>
                <a:extLst>
                  <a:ext uri="{0D108BD9-81ED-4DB2-BD59-A6C34878D82A}">
                    <a16:rowId xmlns:a16="http://schemas.microsoft.com/office/drawing/2014/main" val="3746023216"/>
                  </a:ext>
                </a:extLst>
              </a:tr>
              <a:tr h="2831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90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DMZ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172.16.90.x/24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569" marR="69569" marT="0" marB="0"/>
                </a:tc>
                <a:extLst>
                  <a:ext uri="{0D108BD9-81ED-4DB2-BD59-A6C34878D82A}">
                    <a16:rowId xmlns:a16="http://schemas.microsoft.com/office/drawing/2014/main" val="3756362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06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9DB0-1C89-00D5-A23B-A7884A038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1522" y="333623"/>
            <a:ext cx="6448956" cy="775510"/>
          </a:xfrm>
        </p:spPr>
        <p:txBody>
          <a:bodyPr/>
          <a:lstStyle/>
          <a:p>
            <a:r>
              <a:rPr lang="en-US" dirty="0"/>
              <a:t>Security Design Aspects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4E3B7B-B124-BACB-48E9-37396B5769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321699"/>
              </p:ext>
            </p:extLst>
          </p:nvPr>
        </p:nvGraphicFramePr>
        <p:xfrm>
          <a:off x="1791916" y="1819381"/>
          <a:ext cx="8608168" cy="4063997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4304084">
                  <a:extLst>
                    <a:ext uri="{9D8B030D-6E8A-4147-A177-3AD203B41FA5}">
                      <a16:colId xmlns:a16="http://schemas.microsoft.com/office/drawing/2014/main" val="2684036720"/>
                    </a:ext>
                  </a:extLst>
                </a:gridCol>
                <a:gridCol w="4304084">
                  <a:extLst>
                    <a:ext uri="{9D8B030D-6E8A-4147-A177-3AD203B41FA5}">
                      <a16:colId xmlns:a16="http://schemas.microsoft.com/office/drawing/2014/main" val="607298471"/>
                    </a:ext>
                  </a:extLst>
                </a:gridCol>
              </a:tblGrid>
              <a:tr h="31442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Physical security</a:t>
                      </a:r>
                      <a:endParaRPr lang="en-US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Network security</a:t>
                      </a:r>
                      <a:endParaRPr lang="en-US" sz="16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2178515"/>
                  </a:ext>
                </a:extLst>
              </a:tr>
              <a:tr h="9828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Badge-controlled access to exterior doors, MDF, and every floor IDF</a:t>
                      </a:r>
                      <a:endParaRPr lang="en-US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Cisco Secure Firewall IPS/IDS, malware and web filtering, VPN, east-west ACLs, DNS-layer protection, and logging to SIEM</a:t>
                      </a:r>
                      <a:endParaRPr lang="en-US" sz="1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1426627"/>
                  </a:ext>
                </a:extLst>
              </a:tr>
              <a:tr h="9828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Visitor sign-in and escort policy</a:t>
                      </a:r>
                      <a:endParaRPr lang="en-US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802.1X for wired and wireless access, WPA3-Enterprise for secure SSIDs, Duo MFA for privileged/admin access</a:t>
                      </a:r>
                      <a:endParaRPr lang="en-US" sz="1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8885654"/>
                  </a:ext>
                </a:extLst>
              </a:tr>
              <a:tr h="5946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effectLst/>
                        </a:rPr>
                        <a:t>CCTV coverage in lobby, elevator areas, and equipment rooms</a:t>
                      </a:r>
                      <a:endParaRPr lang="en-US" sz="1800" b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Separate guest SSID with internet-only access</a:t>
                      </a:r>
                      <a:endParaRPr lang="en-US" sz="18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7527846"/>
                  </a:ext>
                </a:extLst>
              </a:tr>
              <a:tr h="5946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>
                          <a:effectLst/>
                        </a:rPr>
                        <a:t>Locked racks, UPS-backed rooms, environmental monitoring</a:t>
                      </a:r>
                      <a:endParaRPr lang="en-US" sz="1800" b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Endpoint protection, Multifactor Authentication (MFA), conditional access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5785134"/>
                  </a:ext>
                </a:extLst>
              </a:tr>
              <a:tr h="5946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0" dirty="0">
                          <a:effectLst/>
                        </a:rPr>
                        <a:t>Security guard / lobby desk during business hours</a:t>
                      </a:r>
                      <a:endParaRPr lang="en-US" sz="1800" b="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Centralized logging, vulnerability scanning, and quarterly access reviews</a:t>
                      </a:r>
                      <a:endParaRPr lang="en-US" sz="1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7861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740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5" name="Oval 10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8" name="Rectangle 10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3D4A70-D3B8-4E47-5CC1-E56CE8515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829" y="1447800"/>
            <a:ext cx="439782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Equipment Overview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CAF327-1A94-637B-08DB-EE505688F9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131281"/>
              </p:ext>
            </p:extLst>
          </p:nvPr>
        </p:nvGraphicFramePr>
        <p:xfrm>
          <a:off x="364067" y="401771"/>
          <a:ext cx="5789612" cy="6054457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740220">
                  <a:extLst>
                    <a:ext uri="{9D8B030D-6E8A-4147-A177-3AD203B41FA5}">
                      <a16:colId xmlns:a16="http://schemas.microsoft.com/office/drawing/2014/main" val="2871740277"/>
                    </a:ext>
                  </a:extLst>
                </a:gridCol>
                <a:gridCol w="1742093">
                  <a:extLst>
                    <a:ext uri="{9D8B030D-6E8A-4147-A177-3AD203B41FA5}">
                      <a16:colId xmlns:a16="http://schemas.microsoft.com/office/drawing/2014/main" val="3545507105"/>
                    </a:ext>
                  </a:extLst>
                </a:gridCol>
                <a:gridCol w="538969">
                  <a:extLst>
                    <a:ext uri="{9D8B030D-6E8A-4147-A177-3AD203B41FA5}">
                      <a16:colId xmlns:a16="http://schemas.microsoft.com/office/drawing/2014/main" val="3748085661"/>
                    </a:ext>
                  </a:extLst>
                </a:gridCol>
                <a:gridCol w="1768330">
                  <a:extLst>
                    <a:ext uri="{9D8B030D-6E8A-4147-A177-3AD203B41FA5}">
                      <a16:colId xmlns:a16="http://schemas.microsoft.com/office/drawing/2014/main" val="82369623"/>
                    </a:ext>
                  </a:extLst>
                </a:gridCol>
              </a:tblGrid>
              <a:tr h="4725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Category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Recommended equipment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Qty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2002393347"/>
                  </a:ext>
                </a:extLst>
              </a:tr>
              <a:tr h="4725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Edge security / routing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Cisco Secure Firewall HA pair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NGFW, IPS, VPN, SD-WAN, web filtering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922583559"/>
                  </a:ext>
                </a:extLst>
              </a:tr>
              <a:tr h="6673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Core switching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Cisco Meraki MS425 or Catalyst core pair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Redundant campus core / aggregation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4279514662"/>
                  </a:ext>
                </a:extLst>
              </a:tr>
              <a:tr h="6931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Access switching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Cisco Meraki MS130/MS150 48-port PoE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 per floor for user/phone/AP growth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79650945"/>
                  </a:ext>
                </a:extLst>
              </a:tr>
              <a:tr h="4725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Wireless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Cisco Meraki CW9162I Wi-Fi 6/6E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About 8 APs per floor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2736627990"/>
                  </a:ext>
                </a:extLst>
              </a:tr>
              <a:tr h="2519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Laptops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Dell Latitude 5450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261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Attorneys and IT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3017283535"/>
                  </a:ext>
                </a:extLst>
              </a:tr>
              <a:tr h="4725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Desktops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Dell OptiPlex 7020 Micro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307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Administrative and support staff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2550018204"/>
                  </a:ext>
                </a:extLst>
              </a:tr>
              <a:tr h="6931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Printers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HP LaserJet Enterprise / Managed Print mix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28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Approx. 4 per floor plus specialty units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3862290021"/>
                  </a:ext>
                </a:extLst>
              </a:tr>
              <a:tr h="6931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Desk phones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Cisco 8875 or Webex softphone mix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575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Mix of desk phones and softphone licensing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172117878"/>
                  </a:ext>
                </a:extLst>
              </a:tr>
              <a:tr h="4725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Conference rooms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Cisco Webex Room Bar / Room Kit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One per floor conference room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364662539"/>
                  </a:ext>
                </a:extLst>
              </a:tr>
              <a:tr h="6931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Servers/virtualization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Dell PowerEdge + VMware/Hyper-V cluster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Core server and infra workloads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17" marR="76217" marT="0" marB="0" anchor="ctr"/>
                </a:tc>
                <a:extLst>
                  <a:ext uri="{0D108BD9-81ED-4DB2-BD59-A6C34878D82A}">
                    <a16:rowId xmlns:a16="http://schemas.microsoft.com/office/drawing/2014/main" val="354249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11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70" name="Rectangle 6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866BB4-2F3D-C769-21E5-5EDBA64CE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Production &amp; Support Cost</a:t>
            </a:r>
          </a:p>
        </p:txBody>
      </p:sp>
      <p:sp>
        <p:nvSpPr>
          <p:cNvPr id="7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Freeform: Shape 7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63A2F7-3E6B-C8DE-5010-D53E05E4F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939384"/>
              </p:ext>
            </p:extLst>
          </p:nvPr>
        </p:nvGraphicFramePr>
        <p:xfrm>
          <a:off x="301618" y="881603"/>
          <a:ext cx="7046175" cy="50947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48725">
                  <a:extLst>
                    <a:ext uri="{9D8B030D-6E8A-4147-A177-3AD203B41FA5}">
                      <a16:colId xmlns:a16="http://schemas.microsoft.com/office/drawing/2014/main" val="753081978"/>
                    </a:ext>
                  </a:extLst>
                </a:gridCol>
                <a:gridCol w="2348725">
                  <a:extLst>
                    <a:ext uri="{9D8B030D-6E8A-4147-A177-3AD203B41FA5}">
                      <a16:colId xmlns:a16="http://schemas.microsoft.com/office/drawing/2014/main" val="1153838791"/>
                    </a:ext>
                  </a:extLst>
                </a:gridCol>
                <a:gridCol w="2348725">
                  <a:extLst>
                    <a:ext uri="{9D8B030D-6E8A-4147-A177-3AD203B41FA5}">
                      <a16:colId xmlns:a16="http://schemas.microsoft.com/office/drawing/2014/main" val="695059272"/>
                    </a:ext>
                  </a:extLst>
                </a:gridCol>
              </a:tblGrid>
              <a:tr h="1886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</a:rPr>
                        <a:t>Category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</a:rPr>
                        <a:t>What is included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effectLst/>
                        </a:rPr>
                        <a:t>Estimated cost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1275168"/>
                  </a:ext>
                </a:extLst>
              </a:tr>
              <a:tr h="9905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Network equipment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Cisco firewall edge, core/access switching, wireless, limited physical-security/IoT endpoints, UPS/rack power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$612,800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9529734"/>
                  </a:ext>
                </a:extLst>
              </a:tr>
              <a:tr h="5896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VoIP phone services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Webex Calling licenses, desk phones, conference-room voice reserve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$188,400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2138069"/>
                  </a:ext>
                </a:extLst>
              </a:tr>
              <a:tr h="3892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Network connectivity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Structured cabling, fiber riser, dual-carrier internet reserve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$740,250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957618"/>
                  </a:ext>
                </a:extLst>
              </a:tr>
              <a:tr h="1888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Computers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261 laptops + 307 desktops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$753,249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23445414"/>
                  </a:ext>
                </a:extLst>
              </a:tr>
              <a:tr h="5896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Routers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Representative in Packet Tracer as Cisco 2911 edge routers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$64,000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9975757"/>
                  </a:ext>
                </a:extLst>
              </a:tr>
              <a:tr h="1888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Printers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HP fleet plus spares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$39,500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14931942"/>
                  </a:ext>
                </a:extLst>
              </a:tr>
              <a:tr h="5896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Servers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Dell virtualization cluster, storage, backup server, Windows licensing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$226,000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1590037"/>
                  </a:ext>
                </a:extLst>
              </a:tr>
              <a:tr h="5896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Software / cloud / backup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Microsoft 365, Azure backup/archive, documentation/tooling reserve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$368,000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0261055"/>
                  </a:ext>
                </a:extLst>
              </a:tr>
              <a:tr h="7900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Implementation / support reserve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>
                          <a:effectLst/>
                        </a:rPr>
                        <a:t>Installation labor, configuration, testing, documentation, 36-month support reserve</a:t>
                      </a:r>
                      <a:endParaRPr lang="en-US" sz="105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50" dirty="0">
                          <a:effectLst/>
                        </a:rPr>
                        <a:t>$410,000</a:t>
                      </a:r>
                      <a:endParaRPr lang="en-US" sz="105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101795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52E23A-451D-1F3B-BA86-6CAFFF6ADB6B}"/>
              </a:ext>
            </a:extLst>
          </p:cNvPr>
          <p:cNvSpPr txBox="1"/>
          <p:nvPr/>
        </p:nvSpPr>
        <p:spPr>
          <a:xfrm>
            <a:off x="301618" y="6296213"/>
            <a:ext cx="6096000" cy="36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576C84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Estimated total 36-month production project cost: $2,930,139</a:t>
            </a:r>
          </a:p>
        </p:txBody>
      </p:sp>
    </p:spTree>
    <p:extLst>
      <p:ext uri="{BB962C8B-B14F-4D97-AF65-F5344CB8AC3E}">
        <p14:creationId xmlns:p14="http://schemas.microsoft.com/office/powerpoint/2010/main" val="1195261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525</TotalTime>
  <Words>932</Words>
  <Application>Microsoft Office PowerPoint</Application>
  <PresentationFormat>Widescreen</PresentationFormat>
  <Paragraphs>172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Century Gothic</vt:lpstr>
      <vt:lpstr>Wingdings</vt:lpstr>
      <vt:lpstr>Wingdings 3</vt:lpstr>
      <vt:lpstr>Ion</vt:lpstr>
      <vt:lpstr>Law Office Network</vt:lpstr>
      <vt:lpstr>Network Design Overview</vt:lpstr>
      <vt:lpstr>Network Topology Map</vt:lpstr>
      <vt:lpstr>Floor Segmentation</vt:lpstr>
      <vt:lpstr>Network Map Segmentation Strategy</vt:lpstr>
      <vt:lpstr>Security Design Aspects</vt:lpstr>
      <vt:lpstr>Equipment Overview</vt:lpstr>
      <vt:lpstr>Production &amp; Support Cost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Wright</dc:creator>
  <cp:lastModifiedBy>Andrew Wright</cp:lastModifiedBy>
  <cp:revision>1</cp:revision>
  <dcterms:created xsi:type="dcterms:W3CDTF">2026-04-18T20:40:33Z</dcterms:created>
  <dcterms:modified xsi:type="dcterms:W3CDTF">2026-05-01T20:36:33Z</dcterms:modified>
</cp:coreProperties>
</file>